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EEG Seizure Anomaly Detection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Comparative Framework: Kalman Filter vs. ARIMA/ARMAX</a:t>
            </a:r>
          </a:p>
          <a:p>
            <a:r>
              <a:t>Project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Detect nonstationary ictal transitions in EEG data.</a:t>
            </a:r>
          </a:p>
          <a:p>
            <a:pPr lvl="1"/>
            <a:r>
              <a:t>Compare classical linear models (ARIMA, ARMAX) with recursive state estimation (Kalman Filter).</a:t>
            </a:r>
          </a:p>
          <a:p>
            <a:pPr lvl="1"/>
            <a:r>
              <a:t>Utilize real clinical iEEG data (OpenNeuro ds003029).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Architecture &amp;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Architecture</a:t>
            </a:r>
          </a:p>
          <a:p>
            <a:pPr lvl="1"/>
            <a:r>
              <a:t>Developed custom Python classes for ARIMA, ARMAX, and Kalman anomaly detection.</a:t>
            </a:r>
          </a:p>
          <a:p>
            <a:r>
              <a:t>Data Sourcing</a:t>
            </a:r>
          </a:p>
          <a:p>
            <a:pPr lvl="1"/>
            <a:r>
              <a:t>Automated download of Epilepsy-iEEG-Multicenter-Dataset.</a:t>
            </a:r>
          </a:p>
          <a:p>
            <a:pPr lvl="1"/>
            <a:r>
              <a:t>10.3 GB of high-fidelity clinical data with expert annotations.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Robust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MNE Library Integration</a:t>
            </a:r>
          </a:p>
          <a:p>
            <a:pPr lvl="1"/>
            <a:r>
              <a:t>Parsed BIDS-formatted EEG and clinical event TSV files.</a:t>
            </a:r>
          </a:p>
          <a:p>
            <a:pPr lvl="1"/>
            <a:r>
              <a:t>Applied 1-40 Hz bandpass filtering.</a:t>
            </a:r>
          </a:p>
          <a:p>
            <a:r>
              <a:t>Dynamic Windowing</a:t>
            </a:r>
          </a:p>
          <a:p>
            <a:pPr lvl="1"/>
            <a:r>
              <a:t>Automatically centers analysis window around the clinical seizure onset.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Execution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Outcome</a:t>
            </a:r>
          </a:p>
          <a:p>
            <a:pPr lvl="1"/>
            <a:r>
              <a:t>ARIMA/ARMAX: Failed to adapt quickly to high-variance seizure states.</a:t>
            </a:r>
          </a:p>
          <a:p>
            <a:pPr lvl="1"/>
            <a:r>
              <a:t>Kalman Filter: Highly successful, rapidly detecting &gt;860 anomalous points during the state shift.</a:t>
            </a:r>
          </a:p>
          <a:p>
            <a:r>
              <a:t>Conclusion</a:t>
            </a:r>
          </a:p>
          <a:p>
            <a:pPr lvl="1"/>
            <a:r>
              <a:t>Recursive Bayesian estimation is vastly superior for non-stationary biological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Full-Stack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Integration</a:t>
            </a:r>
          </a:p>
          <a:p>
            <a:pPr lvl="1"/>
            <a:r>
              <a:t>Wrap detection algorithms into a Python FastAPI microservice.</a:t>
            </a:r>
          </a:p>
          <a:p>
            <a:r>
              <a:t>Frontend Development</a:t>
            </a:r>
          </a:p>
          <a:p>
            <a:pPr lvl="1"/>
            <a:r>
              <a:t>Build a modern React/Vite interface for clinicians.</a:t>
            </a:r>
          </a:p>
          <a:p>
            <a:pPr lvl="1"/>
            <a:r>
              <a:t>Implement interactive plotting (Plotly/ECharts) for detailed visual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